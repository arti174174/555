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E8CA4B"/>
                </a:solidFill>
                <a:latin typeface="Aptos Display"/>
              </a:rPr>
              <a:t>ЛЕКЦИЯ · 3 КУРС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1828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200" b="1">
                <a:solidFill>
                  <a:srgbClr val="F5F5F2"/>
                </a:solidFill>
                <a:latin typeface="Aptos Display"/>
              </a:rPr>
              <a:t>МИНИМАЛИЗМ
В ГОРОДСКОЙ ФОТОГРАФИИ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337560"/>
            <a:ext cx="987552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A5A5A0"/>
                </a:solidFill>
                <a:latin typeface="Aptos Display"/>
              </a:rPr>
              <a:t>Как научиться видеть кадр, когда в кадре почти ничего нет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4983480"/>
            <a:ext cx="182880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Зачем нам это вообще?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57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600" b="1">
                <a:solidFill>
                  <a:srgbClr val="E8CA4B"/>
                </a:solidFill>
                <a:latin typeface="Aptos Display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93268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5F2"/>
                </a:solidFill>
                <a:latin typeface="Aptos Display"/>
              </a:rPr>
              <a:t>Наша задача сегодня - не сделать «красивую пустоту», а научиться управлять вниманием.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605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Минимализм редко даёт быстрые лайки и понятен не всем.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1888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1888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Зато он тренирует глаз: форма, свет, ритм, пауза, цвет, пространство.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7725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47725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После минимализма обычный городской кадр начинает выглядеть иначе.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E8CA4B"/>
                </a:solidFill>
                <a:latin typeface="Aptos Display"/>
              </a:rPr>
              <a:t>ГЛАВНОЕ ОПРЕДЕЛЕНИЕ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Что такое минимализм?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Не «мало объектов», а мало лишнего.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В кадре остаётся только то, что работает на идею.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Главный вопрос: что можно убрать - и кадр станет сильнее?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Минимализм ≠ пустой кадр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Пустота без смысла - просто пустота.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Минималистичный кадр имеет визуальный центр и намеренную композицию.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Даже один объект должен с чем-то взаимодействовать: со светом, границей, тенью, цветом или пространством.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241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Сравнение: «много» и «достаточно»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343400"/>
            <a:ext cx="4251960" cy="18288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39" y="2880360"/>
            <a:ext cx="411480" cy="141732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4251960"/>
            <a:ext cx="777240" cy="73152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СЛИШКОМ МНОГО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объектов много, но внимание распадается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440000">
            <a:off x="6858000" y="2423160"/>
            <a:ext cx="4023360" cy="594360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2971800"/>
            <a:ext cx="274320" cy="274320"/>
          </a:xfrm>
          <a:prstGeom prst="ellipse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46920" y="3246120"/>
            <a:ext cx="164592" cy="100584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ДОСТАТОЧНО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один акцент + пространство = взгляд знает, куда идти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5 вещей, которые держат минималистичный кадр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Форма - простые геометрические силуэты.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Пространство - воздух вокруг объекта.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Свет - пятно, контраст, направление.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Цвет - один акцент вместо радуги.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9087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Ритм - повторения, линии, интервалы.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Негативное пространство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57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600" b="1">
                <a:solidFill>
                  <a:srgbClr val="E8CA4B"/>
                </a:solidFill>
                <a:latin typeface="Aptos Display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93268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5F2"/>
                </a:solidFill>
                <a:latin typeface="Aptos Display"/>
              </a:rPr>
              <a:t>Иногда половина кадра нужна не объекту, а зрителю.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605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Пустое место - не отсутствие информации, а часть композиции.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1888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1888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Оно создаёт масштаб, одиночество, спокойствие или напряжение.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7725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47725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Оставляйте воздух не «потому что красиво», а чтобы управлять смыслом.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E8CA4B"/>
                </a:solidFill>
                <a:latin typeface="Aptos Display"/>
              </a:rPr>
              <a:t>УПРАЖНЕНИЕ ДЛЯ ГЛАЗА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Точка в пространстве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Попробуйте поставить человека или объект очень маленьким.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Не бойтесь, что «он потеряется». Потерянность может стать сюжетом.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Следите за тем, куда направлено его движение или взгляд.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241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Один объект - три разных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343400"/>
            <a:ext cx="4251960" cy="18288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39" y="2880360"/>
            <a:ext cx="411480" cy="141732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4251960"/>
            <a:ext cx="777240" cy="73152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ЦЕНТР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стабильность, плакатность, спокойствие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440000">
            <a:off x="6858000" y="2423160"/>
            <a:ext cx="4023360" cy="594360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2971800"/>
            <a:ext cx="274320" cy="274320"/>
          </a:xfrm>
          <a:prstGeom prst="ellipse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46920" y="3246120"/>
            <a:ext cx="164592" cy="100584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КРАЙ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напряжение, движение, ощущение продолжения за кадром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Геометрия города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Стены, окна, фасады, лестницы, парковки, дорожная разметка.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Ищите не «интересное здание», а форму.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Город превращается в набор прямоугольников, кругов, диагоналей и пятен.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Линии ведут взгляд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Вертикали - устойчивость и рост.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Горизонтали - покой.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Диагонали - движение и напряжение.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Сходящиеся линии - готовая стрелка для глаза.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241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Ритм и повторение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343400"/>
            <a:ext cx="4251960" cy="18288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39" y="2880360"/>
            <a:ext cx="411480" cy="141732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4251960"/>
            <a:ext cx="777240" cy="73152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ПОВТОР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окна, фонари, столбы, машины, люди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440000">
            <a:off x="6858000" y="2423160"/>
            <a:ext cx="4023360" cy="594360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2971800"/>
            <a:ext cx="274320" cy="274320"/>
          </a:xfrm>
          <a:prstGeom prst="ellipse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46920" y="3246120"/>
            <a:ext cx="164592" cy="100584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НАРУШЕНИЕ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один элемент отличается - и становится героем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Цвет как единственный герой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Окружение можно сделать нейтральным, а акцент оставить ярким.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Красный автобус на серой улице сильнее, чем десять ярких объектов.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Ищите цветовые пары: жёлтый/синий, красный/зелёный, оранжевый/голубой.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Свет делает минимализм заметным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Жёсткое солнце рисует графику и тени.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Мягкий свет упрощает формы.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Контровой свет превращает человека в силуэт.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Ищите не «хороший свет», а свет, который убирает лишнее.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2412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Тень - самостоятельный объект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343400"/>
            <a:ext cx="4251960" cy="18288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39" y="2880360"/>
            <a:ext cx="411480" cy="141732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4251960"/>
            <a:ext cx="777240" cy="73152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ТЕНЬ ДОПОЛНЯЕТ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реальный объект + его графический дубль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074920" cy="3383280"/>
          </a:xfrm>
          <a:prstGeom prst="roundRect">
            <a:avLst/>
          </a:prstGeom>
          <a:solidFill>
            <a:srgbClr val="1E1E1E"/>
          </a:solidFill>
          <a:ln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440000">
            <a:off x="6858000" y="2423160"/>
            <a:ext cx="4023360" cy="594360"/>
          </a:xfrm>
          <a:prstGeom prst="rect">
            <a:avLst/>
          </a:prstGeom>
          <a:solidFill>
            <a:srgbClr val="464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2971800"/>
            <a:ext cx="274320" cy="274320"/>
          </a:xfrm>
          <a:prstGeom prst="ellipse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46920" y="3246120"/>
            <a:ext cx="164592" cy="100584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486400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E8CA4B"/>
                </a:solidFill>
                <a:latin typeface="Aptos Display"/>
              </a:rPr>
              <a:t>ТЕНЬ ЗАМЕНЯЕТ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833872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5A5A0"/>
                </a:solidFill>
                <a:latin typeface="Aptos Display"/>
              </a:rPr>
              <a:t>зритель может сам догадаться, что находится за кадром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Человек в минималистичном городе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Не обязательно показывать лицо.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Силуэт, рука, обувь, отражение, спина могут быть сильнее портрета.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Человек нужен не всегда как персонаж - иногда он нужен как масштаб.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Отражения, окна, витрины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Отражение добавляет второй слой пространства.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Стекло позволяет смешивать человека и архитектуру.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Ищите момент, когда два независимых объекта складываются в одну историю.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Что чаще всего убивает минимализм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Слишком много объектов «на всякий случай».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Центрирование без причины.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Случайный горизонт и кривые вертикали.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Слишком много обработки.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9087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Попытка объяснить фотографию вместо того, чтобы её почувствовать.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Обработка: правило «ещё меньше»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Сначала кадр должен работать без фильтров.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Уберите лишнюю насыщенность, если цвет начинает спорить.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Контрастом отделяйте главное от второстепенного.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Не добавляйте драму ползунками, если её нет в композиции.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E8CA4B"/>
                </a:solidFill>
                <a:latin typeface="Aptos Display"/>
              </a:rPr>
              <a:t>ПРАКТИЧЕСКИЙ 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Как искать минимализм в городе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Не идите фотографировать «город». Идите искать конкретный признак.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Сегодня: только круги. Завтра: только красное. Потом: только тени.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Ограничение превращает прогулку в визуальную охоту.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Задание на пару / прогулку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Сделать 10 кадров за 30-40 минут.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Условие: в каждом кадре один главный объект.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Минимум 3 кадра - человек в пространстве.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Минимум 2 кадра - только тень/отражение.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9087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Из 10 выбрать один и объяснить: почему его нельзя было снять иначе?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Разбор фотографии: 6 вопросов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Что я вижу первым?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Почему именно это?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Что можно убрать?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3250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Куда движется взгляд?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90872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Что делает пустота?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4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Если убрать цвет - кадр всё ещё работает?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Минимализм развивает насмотренность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57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600" b="1">
                <a:solidFill>
                  <a:srgbClr val="E8CA4B"/>
                </a:solidFill>
                <a:latin typeface="Aptos Display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93268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5F2"/>
                </a:solidFill>
                <a:latin typeface="Aptos Display"/>
              </a:rPr>
              <a:t>Минимализм - это не жанр, который нужно полюбить. Это тренажёр, который полезно пройти.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605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Вы начинаете замечать расстояния между объектами.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1888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1888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Начинаете видеть свет до того, как он станет красивым.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7725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47725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Начинаете строить кадр до камеры.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135624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35624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 это переносится на портрет, рекламу, репортаж и видео.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01400" y="32004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5A0"/>
                </a:solidFill>
                <a:latin typeface="Aptos Display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5F2"/>
                </a:solidFill>
                <a:latin typeface="Aptos Display"/>
              </a:rPr>
              <a:t>Финал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0" cy="32004"/>
          </a:xfrm>
          <a:prstGeom prst="rect">
            <a:avLst/>
          </a:prstGeom>
          <a:solidFill>
            <a:srgbClr val="E8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4572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600" b="1">
                <a:solidFill>
                  <a:srgbClr val="E8CA4B"/>
                </a:solidFill>
                <a:latin typeface="Aptos Display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93268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5F2"/>
                </a:solidFill>
                <a:latin typeface="Aptos Display"/>
              </a:rPr>
              <a:t>Меньше в кадре. Больше внимания.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605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Завтра город останется тем же.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18888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1888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Изменится только то, что вы в нём замечаете.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77256"/>
            <a:ext cx="228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E8CA4B"/>
                </a:solidFill>
                <a:latin typeface="Aptos Display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477256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5F2"/>
                </a:solidFill>
                <a:latin typeface="Aptos Display"/>
              </a:rPr>
              <a:t>И вот это уже профессиональный навык.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